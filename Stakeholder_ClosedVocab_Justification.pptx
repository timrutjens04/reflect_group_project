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i Tomov" userId="ef0c4599c4383f81" providerId="LiveId" clId="{98D6BBDB-928C-4AC8-A6BA-E2129E779187}"/>
    <pc:docChg chg="undo custSel addSld modSld sldOrd">
      <pc:chgData name="Georgi Tomov" userId="ef0c4599c4383f81" providerId="LiveId" clId="{98D6BBDB-928C-4AC8-A6BA-E2129E779187}" dt="2026-04-20T10:46:42.576" v="171" actId="113"/>
      <pc:docMkLst>
        <pc:docMk/>
      </pc:docMkLst>
      <pc:sldChg chg="addSp delSp modSp mod">
        <pc:chgData name="Georgi Tomov" userId="ef0c4599c4383f81" providerId="LiveId" clId="{98D6BBDB-928C-4AC8-A6BA-E2129E779187}" dt="2026-04-20T10:45:35.457" v="87"/>
        <pc:sldMkLst>
          <pc:docMk/>
          <pc:sldMk cId="0" sldId="256"/>
        </pc:sldMkLst>
        <pc:spChg chg="del mod">
          <ac:chgData name="Georgi Tomov" userId="ef0c4599c4383f81" providerId="LiveId" clId="{98D6BBDB-928C-4AC8-A6BA-E2129E779187}" dt="2026-04-20T10:45:35.457" v="87"/>
          <ac:spMkLst>
            <pc:docMk/>
            <pc:sldMk cId="0" sldId="256"/>
            <ac:spMk id="3" creationId="{00000000-0000-0000-0000-000000000000}"/>
          </ac:spMkLst>
        </pc:spChg>
        <pc:spChg chg="del">
          <ac:chgData name="Georgi Tomov" userId="ef0c4599c4383f81" providerId="LiveId" clId="{98D6BBDB-928C-4AC8-A6BA-E2129E779187}" dt="2026-04-20T10:30:06.375" v="10" actId="26606"/>
          <ac:spMkLst>
            <pc:docMk/>
            <pc:sldMk cId="0" sldId="256"/>
            <ac:spMk id="4" creationId="{00000000-0000-0000-0000-000000000000}"/>
          </ac:spMkLst>
        </pc:spChg>
        <pc:graphicFrameChg chg="add">
          <ac:chgData name="Georgi Tomov" userId="ef0c4599c4383f81" providerId="LiveId" clId="{98D6BBDB-928C-4AC8-A6BA-E2129E779187}" dt="2026-04-20T10:30:06.375" v="10" actId="26606"/>
          <ac:graphicFrameMkLst>
            <pc:docMk/>
            <pc:sldMk cId="0" sldId="256"/>
            <ac:graphicFrameMk id="7" creationId="{D355F9E6-1DED-3256-27C3-1D0FEC6B33BA}"/>
          </ac:graphicFrameMkLst>
        </pc:graphicFrameChg>
        <pc:picChg chg="mod">
          <ac:chgData name="Georgi Tomov" userId="ef0c4599c4383f81" providerId="LiveId" clId="{98D6BBDB-928C-4AC8-A6BA-E2129E779187}" dt="2026-04-20T10:30:21.068" v="13" actId="1076"/>
          <ac:picMkLst>
            <pc:docMk/>
            <pc:sldMk cId="0" sldId="256"/>
            <ac:picMk id="5" creationId="{00000000-0000-0000-0000-000000000000}"/>
          </ac:picMkLst>
        </pc:picChg>
      </pc:sldChg>
      <pc:sldChg chg="modSp mod">
        <pc:chgData name="Georgi Tomov" userId="ef0c4599c4383f81" providerId="LiveId" clId="{98D6BBDB-928C-4AC8-A6BA-E2129E779187}" dt="2026-04-20T10:46:30.279" v="168" actId="20577"/>
        <pc:sldMkLst>
          <pc:docMk/>
          <pc:sldMk cId="0" sldId="257"/>
        </pc:sldMkLst>
        <pc:spChg chg="mod">
          <ac:chgData name="Georgi Tomov" userId="ef0c4599c4383f81" providerId="LiveId" clId="{98D6BBDB-928C-4AC8-A6BA-E2129E779187}" dt="2026-04-20T10:46:30.279" v="168" actId="20577"/>
          <ac:spMkLst>
            <pc:docMk/>
            <pc:sldMk cId="0" sldId="257"/>
            <ac:spMk id="6" creationId="{00000000-0000-0000-0000-000000000000}"/>
          </ac:spMkLst>
        </pc:spChg>
      </pc:sldChg>
      <pc:sldChg chg="addSp delSp modSp mod">
        <pc:chgData name="Georgi Tomov" userId="ef0c4599c4383f81" providerId="LiveId" clId="{98D6BBDB-928C-4AC8-A6BA-E2129E779187}" dt="2026-04-20T10:46:42.576" v="171" actId="113"/>
        <pc:sldMkLst>
          <pc:docMk/>
          <pc:sldMk cId="0" sldId="258"/>
        </pc:sldMkLst>
        <pc:spChg chg="add del">
          <ac:chgData name="Georgi Tomov" userId="ef0c4599c4383f81" providerId="LiveId" clId="{98D6BBDB-928C-4AC8-A6BA-E2129E779187}" dt="2026-04-20T10:30:34.247" v="16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Georgi Tomov" userId="ef0c4599c4383f81" providerId="LiveId" clId="{98D6BBDB-928C-4AC8-A6BA-E2129E779187}" dt="2026-04-20T10:46:42.576" v="171" actId="113"/>
          <ac:spMkLst>
            <pc:docMk/>
            <pc:sldMk cId="0" sldId="258"/>
            <ac:spMk id="5" creationId="{00000000-0000-0000-0000-000000000000}"/>
          </ac:spMkLst>
        </pc:spChg>
        <pc:graphicFrameChg chg="add del">
          <ac:chgData name="Georgi Tomov" userId="ef0c4599c4383f81" providerId="LiveId" clId="{98D6BBDB-928C-4AC8-A6BA-E2129E779187}" dt="2026-04-20T10:30:34.227" v="15" actId="26606"/>
          <ac:graphicFrameMkLst>
            <pc:docMk/>
            <pc:sldMk cId="0" sldId="258"/>
            <ac:graphicFrameMk id="7" creationId="{F003A110-1C0B-0EAA-9647-8CCD47D03A74}"/>
          </ac:graphicFrameMkLst>
        </pc:graphicFrameChg>
        <pc:graphicFrameChg chg="add">
          <ac:chgData name="Georgi Tomov" userId="ef0c4599c4383f81" providerId="LiveId" clId="{98D6BBDB-928C-4AC8-A6BA-E2129E779187}" dt="2026-04-20T10:30:34.247" v="16" actId="26606"/>
          <ac:graphicFrameMkLst>
            <pc:docMk/>
            <pc:sldMk cId="0" sldId="258"/>
            <ac:graphicFrameMk id="9" creationId="{34C49746-CFEF-0942-6397-AFBC11853C05}"/>
          </ac:graphicFrameMkLst>
        </pc:graphicFrameChg>
        <pc:picChg chg="mod">
          <ac:chgData name="Georgi Tomov" userId="ef0c4599c4383f81" providerId="LiveId" clId="{98D6BBDB-928C-4AC8-A6BA-E2129E779187}" dt="2026-04-20T10:30:41.214" v="19" actId="14100"/>
          <ac:picMkLst>
            <pc:docMk/>
            <pc:sldMk cId="0" sldId="258"/>
            <ac:picMk id="4" creationId="{00000000-0000-0000-0000-000000000000}"/>
          </ac:picMkLst>
        </pc:picChg>
      </pc:sldChg>
      <pc:sldChg chg="addSp delSp modSp new mod ord setBg">
        <pc:chgData name="Georgi Tomov" userId="ef0c4599c4383f81" providerId="LiveId" clId="{98D6BBDB-928C-4AC8-A6BA-E2129E779187}" dt="2026-04-20T10:45:25.779" v="84" actId="26606"/>
        <pc:sldMkLst>
          <pc:docMk/>
          <pc:sldMk cId="2520562267" sldId="259"/>
        </pc:sldMkLst>
        <pc:spChg chg="mod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2" creationId="{A8F85B68-F922-3802-B972-5065108FC725}"/>
          </ac:spMkLst>
        </pc:spChg>
        <pc:spChg chg="mod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3" creationId="{1FF0B618-2B98-EDA3-6F85-671F41D94A75}"/>
          </ac:spMkLst>
        </pc:spChg>
        <pc:spChg chg="add del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8" creationId="{0E30439A-8A5B-46EC-8283-9B6B031D40D0}"/>
          </ac:spMkLst>
        </pc:spChg>
        <pc:spChg chg="add del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10" creationId="{5CEAD642-85CF-4750-8432-7C80C901F001}"/>
          </ac:spMkLst>
        </pc:spChg>
        <pc:spChg chg="add">
          <ac:chgData name="Georgi Tomov" userId="ef0c4599c4383f81" providerId="LiveId" clId="{98D6BBDB-928C-4AC8-A6BA-E2129E779187}" dt="2026-04-20T10:44:55.218" v="29" actId="26606"/>
          <ac:spMkLst>
            <pc:docMk/>
            <pc:sldMk cId="2520562267" sldId="259"/>
            <ac:spMk id="12" creationId="{FA33EEAE-15D5-4119-8C1E-89D943F911EF}"/>
          </ac:spMkLst>
        </pc:spChg>
        <pc:spChg chg="add">
          <ac:chgData name="Georgi Tomov" userId="ef0c4599c4383f81" providerId="LiveId" clId="{98D6BBDB-928C-4AC8-A6BA-E2129E779187}" dt="2026-04-20T10:44:55.218" v="29" actId="26606"/>
          <ac:spMkLst>
            <pc:docMk/>
            <pc:sldMk cId="2520562267" sldId="259"/>
            <ac:spMk id="14" creationId="{730D8B3B-9B80-4025-B934-26DC7D7CD231}"/>
          </ac:spMkLst>
        </pc:spChg>
        <pc:spChg chg="add">
          <ac:chgData name="Georgi Tomov" userId="ef0c4599c4383f81" providerId="LiveId" clId="{98D6BBDB-928C-4AC8-A6BA-E2129E779187}" dt="2026-04-20T10:44:55.218" v="29" actId="26606"/>
          <ac:spMkLst>
            <pc:docMk/>
            <pc:sldMk cId="2520562267" sldId="259"/>
            <ac:spMk id="16" creationId="{B5A1B09C-1565-46F8-B70F-621C5EB48A09}"/>
          </ac:spMkLst>
        </pc:spChg>
        <pc:spChg chg="add del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18" creationId="{8C516CC8-80AC-446C-A56E-9F54B7210402}"/>
          </ac:spMkLst>
        </pc:spChg>
        <pc:spChg chg="add del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20" creationId="{53947E58-F088-49F1-A3D1-DEA690192E84}"/>
          </ac:spMkLst>
        </pc:spChg>
        <pc:spChg chg="add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27" creationId="{D28B54C3-B57B-472A-B96E-1FCB67093DC2}"/>
          </ac:spMkLst>
        </pc:spChg>
        <pc:spChg chg="add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29" creationId="{7DB3C429-F8DA-49B9-AF84-21996FCF78B5}"/>
          </ac:spMkLst>
        </pc:spChg>
        <pc:spChg chg="add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31" creationId="{E12088DD-B1AD-40E0-8B86-1D87A2CCD9BE}"/>
          </ac:spMkLst>
        </pc:spChg>
        <pc:spChg chg="add">
          <ac:chgData name="Georgi Tomov" userId="ef0c4599c4383f81" providerId="LiveId" clId="{98D6BBDB-928C-4AC8-A6BA-E2129E779187}" dt="2026-04-20T10:45:25.779" v="84" actId="26606"/>
          <ac:spMkLst>
            <pc:docMk/>
            <pc:sldMk cId="2520562267" sldId="259"/>
            <ac:spMk id="33" creationId="{C4C9F2B0-1044-46EB-8AEB-C3BFFDE6C2C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C9C63C-74F7-4C90-8F14-8E11C273ED3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0C2BB4-E9A0-4433-ABE9-9AA6AA05B4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test whether the selected open-vocabulary model (Grounding DINO) is still justified once strong closed-vocabulary baselines are included.</a:t>
          </a:r>
        </a:p>
      </dgm:t>
    </dgm:pt>
    <dgm:pt modelId="{84DD7C50-0364-4CA0-92CC-92C52E5BFBFF}" type="parTrans" cxnId="{A70C7A00-8DBF-4164-AA48-37D6546782AF}">
      <dgm:prSet/>
      <dgm:spPr/>
      <dgm:t>
        <a:bodyPr/>
        <a:lstStyle/>
        <a:p>
          <a:endParaRPr lang="en-US"/>
        </a:p>
      </dgm:t>
    </dgm:pt>
    <dgm:pt modelId="{A467DC02-B8DA-41C6-AA66-99387721313E}" type="sibTrans" cxnId="{A70C7A00-8DBF-4164-AA48-37D6546782AF}">
      <dgm:prSet/>
      <dgm:spPr/>
      <dgm:t>
        <a:bodyPr/>
        <a:lstStyle/>
        <a:p>
          <a:endParaRPr lang="en-US"/>
        </a:p>
      </dgm:t>
    </dgm:pt>
    <dgm:pt modelId="{4218B26B-C2E1-42A0-9C81-F2A1E137FF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Data: 56 images with occlusion, lighting change, viewpoint change, and new object categories.</a:t>
          </a:r>
        </a:p>
      </dgm:t>
    </dgm:pt>
    <dgm:pt modelId="{768BEC9D-EEB0-445E-8E8B-A091E844557E}" type="parTrans" cxnId="{800A1C8B-AF91-4B52-B670-B887E6EDA810}">
      <dgm:prSet/>
      <dgm:spPr/>
      <dgm:t>
        <a:bodyPr/>
        <a:lstStyle/>
        <a:p>
          <a:endParaRPr lang="en-US"/>
        </a:p>
      </dgm:t>
    </dgm:pt>
    <dgm:pt modelId="{F27AEB49-4F9A-4213-93A2-5170A14AE987}" type="sibTrans" cxnId="{800A1C8B-AF91-4B52-B670-B887E6EDA810}">
      <dgm:prSet/>
      <dgm:spPr/>
      <dgm:t>
        <a:bodyPr/>
        <a:lstStyle/>
        <a:p>
          <a:endParaRPr lang="en-US"/>
        </a:p>
      </dgm:t>
    </dgm:pt>
    <dgm:pt modelId="{2DD45DFA-1BB1-48E4-84D7-11D8B1190E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Baselines: YOLO11n, RT-DETRv2-R18, Faster R-CNN ResNet50 FPN V2.</a:t>
          </a:r>
        </a:p>
      </dgm:t>
    </dgm:pt>
    <dgm:pt modelId="{8711137B-7E5A-42E5-8FDF-BF176F5E3B5C}" type="parTrans" cxnId="{9E5DC1D0-70DB-4299-BAD4-D6F4B975A8B5}">
      <dgm:prSet/>
      <dgm:spPr/>
      <dgm:t>
        <a:bodyPr/>
        <a:lstStyle/>
        <a:p>
          <a:endParaRPr lang="en-US"/>
        </a:p>
      </dgm:t>
    </dgm:pt>
    <dgm:pt modelId="{2374EB3D-D062-4DBB-9FBE-FFD7FE539A34}" type="sibTrans" cxnId="{9E5DC1D0-70DB-4299-BAD4-D6F4B975A8B5}">
      <dgm:prSet/>
      <dgm:spPr/>
      <dgm:t>
        <a:bodyPr/>
        <a:lstStyle/>
        <a:p>
          <a:endParaRPr lang="en-US"/>
        </a:p>
      </dgm:t>
    </dgm:pt>
    <dgm:pt modelId="{5837FB83-FB10-4FC7-9D81-E739D91F0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Evaluation split: shared classes (`apple`, `cup`) for fairness, novel classes (`pear`, `bucket`, `egg`) for deployment relevance.</a:t>
          </a:r>
        </a:p>
      </dgm:t>
    </dgm:pt>
    <dgm:pt modelId="{E857E213-F36C-461C-9503-F8F0E9FA5B1F}" type="parTrans" cxnId="{0EB1AC5D-64F0-43BE-984B-2ABDC458791D}">
      <dgm:prSet/>
      <dgm:spPr/>
      <dgm:t>
        <a:bodyPr/>
        <a:lstStyle/>
        <a:p>
          <a:endParaRPr lang="en-US"/>
        </a:p>
      </dgm:t>
    </dgm:pt>
    <dgm:pt modelId="{41076277-99CC-431A-98E8-5825AC1FAC40}" type="sibTrans" cxnId="{0EB1AC5D-64F0-43BE-984B-2ABDC458791D}">
      <dgm:prSet/>
      <dgm:spPr/>
      <dgm:t>
        <a:bodyPr/>
        <a:lstStyle/>
        <a:p>
          <a:endParaRPr lang="en-US"/>
        </a:p>
      </dgm:t>
    </dgm:pt>
    <dgm:pt modelId="{09C3424D-4FF9-47DD-8BD4-EA666FCFC835}" type="pres">
      <dgm:prSet presAssocID="{DDC9C63C-74F7-4C90-8F14-8E11C273ED33}" presName="root" presStyleCnt="0">
        <dgm:presLayoutVars>
          <dgm:dir/>
          <dgm:resizeHandles val="exact"/>
        </dgm:presLayoutVars>
      </dgm:prSet>
      <dgm:spPr/>
    </dgm:pt>
    <dgm:pt modelId="{1C852F42-64E8-4787-8BE3-33AC015D510F}" type="pres">
      <dgm:prSet presAssocID="{500C2BB4-E9A0-4433-ABE9-9AA6AA05B42E}" presName="compNode" presStyleCnt="0"/>
      <dgm:spPr/>
    </dgm:pt>
    <dgm:pt modelId="{612782D2-2082-49E0-AB9E-90330A9382CF}" type="pres">
      <dgm:prSet presAssocID="{500C2BB4-E9A0-4433-ABE9-9AA6AA05B4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ts"/>
        </a:ext>
      </dgm:extLst>
    </dgm:pt>
    <dgm:pt modelId="{A2D4DE6A-C202-470A-AEB3-4D34B50D06B6}" type="pres">
      <dgm:prSet presAssocID="{500C2BB4-E9A0-4433-ABE9-9AA6AA05B42E}" presName="spaceRect" presStyleCnt="0"/>
      <dgm:spPr/>
    </dgm:pt>
    <dgm:pt modelId="{73EC52A5-08FA-44B0-8754-B8CD4078E11F}" type="pres">
      <dgm:prSet presAssocID="{500C2BB4-E9A0-4433-ABE9-9AA6AA05B42E}" presName="textRect" presStyleLbl="revTx" presStyleIdx="0" presStyleCnt="4">
        <dgm:presLayoutVars>
          <dgm:chMax val="1"/>
          <dgm:chPref val="1"/>
        </dgm:presLayoutVars>
      </dgm:prSet>
      <dgm:spPr/>
    </dgm:pt>
    <dgm:pt modelId="{AC923D16-F347-4D6B-9826-F6E4E7531875}" type="pres">
      <dgm:prSet presAssocID="{A467DC02-B8DA-41C6-AA66-99387721313E}" presName="sibTrans" presStyleCnt="0"/>
      <dgm:spPr/>
    </dgm:pt>
    <dgm:pt modelId="{63E3275B-0507-40E7-B7F5-E3B0363199A5}" type="pres">
      <dgm:prSet presAssocID="{4218B26B-C2E1-42A0-9C81-F2A1E137FF5C}" presName="compNode" presStyleCnt="0"/>
      <dgm:spPr/>
    </dgm:pt>
    <dgm:pt modelId="{8F6B3BDB-ACD5-4AEB-B464-0ED57203390F}" type="pres">
      <dgm:prSet presAssocID="{4218B26B-C2E1-42A0-9C81-F2A1E137FF5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91082660-06A6-4E14-8E2E-3E096195B125}" type="pres">
      <dgm:prSet presAssocID="{4218B26B-C2E1-42A0-9C81-F2A1E137FF5C}" presName="spaceRect" presStyleCnt="0"/>
      <dgm:spPr/>
    </dgm:pt>
    <dgm:pt modelId="{66FC1559-CA49-4AFB-9AB2-473D0AC72B12}" type="pres">
      <dgm:prSet presAssocID="{4218B26B-C2E1-42A0-9C81-F2A1E137FF5C}" presName="textRect" presStyleLbl="revTx" presStyleIdx="1" presStyleCnt="4">
        <dgm:presLayoutVars>
          <dgm:chMax val="1"/>
          <dgm:chPref val="1"/>
        </dgm:presLayoutVars>
      </dgm:prSet>
      <dgm:spPr/>
    </dgm:pt>
    <dgm:pt modelId="{8D69826A-7456-46B8-9B90-ACCF6E98AFFB}" type="pres">
      <dgm:prSet presAssocID="{F27AEB49-4F9A-4213-93A2-5170A14AE987}" presName="sibTrans" presStyleCnt="0"/>
      <dgm:spPr/>
    </dgm:pt>
    <dgm:pt modelId="{825C1CF5-6500-46F5-B3DF-C8C323411BDF}" type="pres">
      <dgm:prSet presAssocID="{2DD45DFA-1BB1-48E4-84D7-11D8B1190E02}" presName="compNode" presStyleCnt="0"/>
      <dgm:spPr/>
    </dgm:pt>
    <dgm:pt modelId="{DCBA4AE1-EF86-4A6E-BE96-FF59D7A0F6D2}" type="pres">
      <dgm:prSet presAssocID="{2DD45DFA-1BB1-48E4-84D7-11D8B1190E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CC97FF2A-F6C0-4559-AB51-5FDC7291B5A8}" type="pres">
      <dgm:prSet presAssocID="{2DD45DFA-1BB1-48E4-84D7-11D8B1190E02}" presName="spaceRect" presStyleCnt="0"/>
      <dgm:spPr/>
    </dgm:pt>
    <dgm:pt modelId="{1E85B1D3-C0B6-4F18-B496-8166A673E39B}" type="pres">
      <dgm:prSet presAssocID="{2DD45DFA-1BB1-48E4-84D7-11D8B1190E02}" presName="textRect" presStyleLbl="revTx" presStyleIdx="2" presStyleCnt="4">
        <dgm:presLayoutVars>
          <dgm:chMax val="1"/>
          <dgm:chPref val="1"/>
        </dgm:presLayoutVars>
      </dgm:prSet>
      <dgm:spPr/>
    </dgm:pt>
    <dgm:pt modelId="{5C1ECA47-9DA8-47AF-A53F-E0F267B202B4}" type="pres">
      <dgm:prSet presAssocID="{2374EB3D-D062-4DBB-9FBE-FFD7FE539A34}" presName="sibTrans" presStyleCnt="0"/>
      <dgm:spPr/>
    </dgm:pt>
    <dgm:pt modelId="{A6E70F0F-9097-4D43-9175-520989ED516B}" type="pres">
      <dgm:prSet presAssocID="{5837FB83-FB10-4FC7-9D81-E739D91F03E4}" presName="compNode" presStyleCnt="0"/>
      <dgm:spPr/>
    </dgm:pt>
    <dgm:pt modelId="{0622E289-67F1-4FCD-991E-C6B8D6C94F34}" type="pres">
      <dgm:prSet presAssocID="{5837FB83-FB10-4FC7-9D81-E739D91F03E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07AC2599-7A99-417A-A31B-86FCB1B2B6F1}" type="pres">
      <dgm:prSet presAssocID="{5837FB83-FB10-4FC7-9D81-E739D91F03E4}" presName="spaceRect" presStyleCnt="0"/>
      <dgm:spPr/>
    </dgm:pt>
    <dgm:pt modelId="{F2487D40-1590-4CE4-8C38-C37CE24668BF}" type="pres">
      <dgm:prSet presAssocID="{5837FB83-FB10-4FC7-9D81-E739D91F03E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70C7A00-8DBF-4164-AA48-37D6546782AF}" srcId="{DDC9C63C-74F7-4C90-8F14-8E11C273ED33}" destId="{500C2BB4-E9A0-4433-ABE9-9AA6AA05B42E}" srcOrd="0" destOrd="0" parTransId="{84DD7C50-0364-4CA0-92CC-92C52E5BFBFF}" sibTransId="{A467DC02-B8DA-41C6-AA66-99387721313E}"/>
    <dgm:cxn modelId="{77066317-A02A-4A43-8B26-D9232708F36C}" type="presOf" srcId="{500C2BB4-E9A0-4433-ABE9-9AA6AA05B42E}" destId="{73EC52A5-08FA-44B0-8754-B8CD4078E11F}" srcOrd="0" destOrd="0" presId="urn:microsoft.com/office/officeart/2018/2/layout/IconLabelList"/>
    <dgm:cxn modelId="{4EB05939-9710-4810-8D4D-884F922473C5}" type="presOf" srcId="{DDC9C63C-74F7-4C90-8F14-8E11C273ED33}" destId="{09C3424D-4FF9-47DD-8BD4-EA666FCFC835}" srcOrd="0" destOrd="0" presId="urn:microsoft.com/office/officeart/2018/2/layout/IconLabelList"/>
    <dgm:cxn modelId="{3674A339-38D1-4240-B657-741F2773D3E4}" type="presOf" srcId="{5837FB83-FB10-4FC7-9D81-E739D91F03E4}" destId="{F2487D40-1590-4CE4-8C38-C37CE24668BF}" srcOrd="0" destOrd="0" presId="urn:microsoft.com/office/officeart/2018/2/layout/IconLabelList"/>
    <dgm:cxn modelId="{0EB1AC5D-64F0-43BE-984B-2ABDC458791D}" srcId="{DDC9C63C-74F7-4C90-8F14-8E11C273ED33}" destId="{5837FB83-FB10-4FC7-9D81-E739D91F03E4}" srcOrd="3" destOrd="0" parTransId="{E857E213-F36C-461C-9503-F8F0E9FA5B1F}" sibTransId="{41076277-99CC-431A-98E8-5825AC1FAC40}"/>
    <dgm:cxn modelId="{5326557E-6FC2-4646-AB57-C2F398993E9F}" type="presOf" srcId="{4218B26B-C2E1-42A0-9C81-F2A1E137FF5C}" destId="{66FC1559-CA49-4AFB-9AB2-473D0AC72B12}" srcOrd="0" destOrd="0" presId="urn:microsoft.com/office/officeart/2018/2/layout/IconLabelList"/>
    <dgm:cxn modelId="{800A1C8B-AF91-4B52-B670-B887E6EDA810}" srcId="{DDC9C63C-74F7-4C90-8F14-8E11C273ED33}" destId="{4218B26B-C2E1-42A0-9C81-F2A1E137FF5C}" srcOrd="1" destOrd="0" parTransId="{768BEC9D-EEB0-445E-8E8B-A091E844557E}" sibTransId="{F27AEB49-4F9A-4213-93A2-5170A14AE987}"/>
    <dgm:cxn modelId="{E1FF6EA2-1D4B-41A2-84A3-26944300A630}" type="presOf" srcId="{2DD45DFA-1BB1-48E4-84D7-11D8B1190E02}" destId="{1E85B1D3-C0B6-4F18-B496-8166A673E39B}" srcOrd="0" destOrd="0" presId="urn:microsoft.com/office/officeart/2018/2/layout/IconLabelList"/>
    <dgm:cxn modelId="{9E5DC1D0-70DB-4299-BAD4-D6F4B975A8B5}" srcId="{DDC9C63C-74F7-4C90-8F14-8E11C273ED33}" destId="{2DD45DFA-1BB1-48E4-84D7-11D8B1190E02}" srcOrd="2" destOrd="0" parTransId="{8711137B-7E5A-42E5-8FDF-BF176F5E3B5C}" sibTransId="{2374EB3D-D062-4DBB-9FBE-FFD7FE539A34}"/>
    <dgm:cxn modelId="{8DBB5E68-6C48-46EA-9799-F2FFE8BF3E28}" type="presParOf" srcId="{09C3424D-4FF9-47DD-8BD4-EA666FCFC835}" destId="{1C852F42-64E8-4787-8BE3-33AC015D510F}" srcOrd="0" destOrd="0" presId="urn:microsoft.com/office/officeart/2018/2/layout/IconLabelList"/>
    <dgm:cxn modelId="{ADC22C5D-199F-49A0-8C2D-6666C9360E8A}" type="presParOf" srcId="{1C852F42-64E8-4787-8BE3-33AC015D510F}" destId="{612782D2-2082-49E0-AB9E-90330A9382CF}" srcOrd="0" destOrd="0" presId="urn:microsoft.com/office/officeart/2018/2/layout/IconLabelList"/>
    <dgm:cxn modelId="{E45965AC-A4E6-4806-92C2-1C79B4BE9488}" type="presParOf" srcId="{1C852F42-64E8-4787-8BE3-33AC015D510F}" destId="{A2D4DE6A-C202-470A-AEB3-4D34B50D06B6}" srcOrd="1" destOrd="0" presId="urn:microsoft.com/office/officeart/2018/2/layout/IconLabelList"/>
    <dgm:cxn modelId="{BD8E43E2-C9D4-4126-A60D-3ED5CF0AC019}" type="presParOf" srcId="{1C852F42-64E8-4787-8BE3-33AC015D510F}" destId="{73EC52A5-08FA-44B0-8754-B8CD4078E11F}" srcOrd="2" destOrd="0" presId="urn:microsoft.com/office/officeart/2018/2/layout/IconLabelList"/>
    <dgm:cxn modelId="{F051BB02-FB89-48BA-B367-200DCF1E93CB}" type="presParOf" srcId="{09C3424D-4FF9-47DD-8BD4-EA666FCFC835}" destId="{AC923D16-F347-4D6B-9826-F6E4E7531875}" srcOrd="1" destOrd="0" presId="urn:microsoft.com/office/officeart/2018/2/layout/IconLabelList"/>
    <dgm:cxn modelId="{EFC25C66-B06B-4908-B609-22865B66279E}" type="presParOf" srcId="{09C3424D-4FF9-47DD-8BD4-EA666FCFC835}" destId="{63E3275B-0507-40E7-B7F5-E3B0363199A5}" srcOrd="2" destOrd="0" presId="urn:microsoft.com/office/officeart/2018/2/layout/IconLabelList"/>
    <dgm:cxn modelId="{05E91AED-97DF-46F7-8203-44DAA2B85799}" type="presParOf" srcId="{63E3275B-0507-40E7-B7F5-E3B0363199A5}" destId="{8F6B3BDB-ACD5-4AEB-B464-0ED57203390F}" srcOrd="0" destOrd="0" presId="urn:microsoft.com/office/officeart/2018/2/layout/IconLabelList"/>
    <dgm:cxn modelId="{E8C3C57B-6C44-4A9C-8D1C-F22DD5ECFEA5}" type="presParOf" srcId="{63E3275B-0507-40E7-B7F5-E3B0363199A5}" destId="{91082660-06A6-4E14-8E2E-3E096195B125}" srcOrd="1" destOrd="0" presId="urn:microsoft.com/office/officeart/2018/2/layout/IconLabelList"/>
    <dgm:cxn modelId="{A02C87CB-C81B-4698-B89D-20EF3861E7FE}" type="presParOf" srcId="{63E3275B-0507-40E7-B7F5-E3B0363199A5}" destId="{66FC1559-CA49-4AFB-9AB2-473D0AC72B12}" srcOrd="2" destOrd="0" presId="urn:microsoft.com/office/officeart/2018/2/layout/IconLabelList"/>
    <dgm:cxn modelId="{5F658DDD-76B2-4F90-8AC0-C21FD1826E8D}" type="presParOf" srcId="{09C3424D-4FF9-47DD-8BD4-EA666FCFC835}" destId="{8D69826A-7456-46B8-9B90-ACCF6E98AFFB}" srcOrd="3" destOrd="0" presId="urn:microsoft.com/office/officeart/2018/2/layout/IconLabelList"/>
    <dgm:cxn modelId="{E9413197-64EF-4769-AE4E-1646FEBECB54}" type="presParOf" srcId="{09C3424D-4FF9-47DD-8BD4-EA666FCFC835}" destId="{825C1CF5-6500-46F5-B3DF-C8C323411BDF}" srcOrd="4" destOrd="0" presId="urn:microsoft.com/office/officeart/2018/2/layout/IconLabelList"/>
    <dgm:cxn modelId="{5DEADFFE-14FF-44FE-BE25-F971F52BE31E}" type="presParOf" srcId="{825C1CF5-6500-46F5-B3DF-C8C323411BDF}" destId="{DCBA4AE1-EF86-4A6E-BE96-FF59D7A0F6D2}" srcOrd="0" destOrd="0" presId="urn:microsoft.com/office/officeart/2018/2/layout/IconLabelList"/>
    <dgm:cxn modelId="{86D6BC3A-EEAD-45AE-925B-C4403CCBE8FC}" type="presParOf" srcId="{825C1CF5-6500-46F5-B3DF-C8C323411BDF}" destId="{CC97FF2A-F6C0-4559-AB51-5FDC7291B5A8}" srcOrd="1" destOrd="0" presId="urn:microsoft.com/office/officeart/2018/2/layout/IconLabelList"/>
    <dgm:cxn modelId="{FD261602-2FBD-47E7-8329-DB53D0D78F53}" type="presParOf" srcId="{825C1CF5-6500-46F5-B3DF-C8C323411BDF}" destId="{1E85B1D3-C0B6-4F18-B496-8166A673E39B}" srcOrd="2" destOrd="0" presId="urn:microsoft.com/office/officeart/2018/2/layout/IconLabelList"/>
    <dgm:cxn modelId="{B3EE28BA-E1BF-42C4-A04A-960D850332ED}" type="presParOf" srcId="{09C3424D-4FF9-47DD-8BD4-EA666FCFC835}" destId="{5C1ECA47-9DA8-47AF-A53F-E0F267B202B4}" srcOrd="5" destOrd="0" presId="urn:microsoft.com/office/officeart/2018/2/layout/IconLabelList"/>
    <dgm:cxn modelId="{659445C7-4FCF-4002-B570-67FC4B2B905B}" type="presParOf" srcId="{09C3424D-4FF9-47DD-8BD4-EA666FCFC835}" destId="{A6E70F0F-9097-4D43-9175-520989ED516B}" srcOrd="6" destOrd="0" presId="urn:microsoft.com/office/officeart/2018/2/layout/IconLabelList"/>
    <dgm:cxn modelId="{97EAD182-3952-42C4-A5EE-8250D128ECCE}" type="presParOf" srcId="{A6E70F0F-9097-4D43-9175-520989ED516B}" destId="{0622E289-67F1-4FCD-991E-C6B8D6C94F34}" srcOrd="0" destOrd="0" presId="urn:microsoft.com/office/officeart/2018/2/layout/IconLabelList"/>
    <dgm:cxn modelId="{017F9A8C-787A-4EB8-8056-54971B572F1C}" type="presParOf" srcId="{A6E70F0F-9097-4D43-9175-520989ED516B}" destId="{07AC2599-7A99-417A-A31B-86FCB1B2B6F1}" srcOrd="1" destOrd="0" presId="urn:microsoft.com/office/officeart/2018/2/layout/IconLabelList"/>
    <dgm:cxn modelId="{6C926AAB-DF69-40F9-94F6-AC548C159683}" type="presParOf" srcId="{A6E70F0F-9097-4D43-9175-520989ED516B}" destId="{F2487D40-1590-4CE4-8C38-C37CE24668B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324BC7-B200-4B38-AC91-8D4F5BB3536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A5F2D7-7346-4057-B87C-8C3DBEED92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the product requirement is a fixed taxonomy, a closed-vocabulary detector is a valid alternative and YOLO11n is especially attractive for speed.</a:t>
          </a:r>
        </a:p>
      </dgm:t>
    </dgm:pt>
    <dgm:pt modelId="{16E7D356-70CE-4BF8-9E7D-572E02EEC1F7}" type="parTrans" cxnId="{04EF1DCE-0C2D-4C99-A1E1-C9F3340ED19F}">
      <dgm:prSet/>
      <dgm:spPr/>
      <dgm:t>
        <a:bodyPr/>
        <a:lstStyle/>
        <a:p>
          <a:endParaRPr lang="en-US"/>
        </a:p>
      </dgm:t>
    </dgm:pt>
    <dgm:pt modelId="{4308A348-9C20-4DBB-A9E4-33CB0C234185}" type="sibTrans" cxnId="{04EF1DCE-0C2D-4C99-A1E1-C9F3340ED19F}">
      <dgm:prSet/>
      <dgm:spPr/>
      <dgm:t>
        <a:bodyPr/>
        <a:lstStyle/>
        <a:p>
          <a:endParaRPr lang="en-US"/>
        </a:p>
      </dgm:t>
    </dgm:pt>
    <dgm:pt modelId="{D4DA19BE-F112-48CD-9488-D877E9AE88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the product requirement is to handle new requested objects without retraining, Grounding DINO remains the safer deployment choice.</a:t>
          </a:r>
        </a:p>
      </dgm:t>
    </dgm:pt>
    <dgm:pt modelId="{F15B979D-0DCD-41BD-8FF6-2ADC7C39B963}" type="parTrans" cxnId="{D3CA9442-5856-4C6C-AD1C-DF785D05BBCE}">
      <dgm:prSet/>
      <dgm:spPr/>
      <dgm:t>
        <a:bodyPr/>
        <a:lstStyle/>
        <a:p>
          <a:endParaRPr lang="en-US"/>
        </a:p>
      </dgm:t>
    </dgm:pt>
    <dgm:pt modelId="{B71B495E-D69E-485A-A3E5-723828D06F17}" type="sibTrans" cxnId="{D3CA9442-5856-4C6C-AD1C-DF785D05BBCE}">
      <dgm:prSet/>
      <dgm:spPr/>
      <dgm:t>
        <a:bodyPr/>
        <a:lstStyle/>
        <a:p>
          <a:endParaRPr lang="en-US"/>
        </a:p>
      </dgm:t>
    </dgm:pt>
    <dgm:pt modelId="{1900AA09-C15B-4B2D-A5E7-3958E5623B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Recommended wording: use closed-vocabulary detectors when the class list is stable, but keep Grounding DINO for this project because the class list already changed in the updated data.</a:t>
          </a:r>
        </a:p>
      </dgm:t>
    </dgm:pt>
    <dgm:pt modelId="{0434E5A3-E3B9-43A8-B6E6-595CF12549EF}" type="parTrans" cxnId="{C84BE5B8-62B2-4AED-903C-00CE68D77566}">
      <dgm:prSet/>
      <dgm:spPr/>
      <dgm:t>
        <a:bodyPr/>
        <a:lstStyle/>
        <a:p>
          <a:endParaRPr lang="en-US"/>
        </a:p>
      </dgm:t>
    </dgm:pt>
    <dgm:pt modelId="{FD2707EA-6B9C-4083-B1CC-67CCF9F2D824}" type="sibTrans" cxnId="{C84BE5B8-62B2-4AED-903C-00CE68D77566}">
      <dgm:prSet/>
      <dgm:spPr/>
      <dgm:t>
        <a:bodyPr/>
        <a:lstStyle/>
        <a:p>
          <a:endParaRPr lang="en-US"/>
        </a:p>
      </dgm:t>
    </dgm:pt>
    <dgm:pt modelId="{DEC6B66B-F309-4E5F-9A24-B60A3160596A}" type="pres">
      <dgm:prSet presAssocID="{DD324BC7-B200-4B38-AC91-8D4F5BB35366}" presName="root" presStyleCnt="0">
        <dgm:presLayoutVars>
          <dgm:dir/>
          <dgm:resizeHandles val="exact"/>
        </dgm:presLayoutVars>
      </dgm:prSet>
      <dgm:spPr/>
    </dgm:pt>
    <dgm:pt modelId="{27340545-0251-4486-A776-13E080566970}" type="pres">
      <dgm:prSet presAssocID="{DCA5F2D7-7346-4057-B87C-8C3DBEED92B3}" presName="compNode" presStyleCnt="0"/>
      <dgm:spPr/>
    </dgm:pt>
    <dgm:pt modelId="{527FFE4B-EF9A-42B7-832F-C8B1E8B55D37}" type="pres">
      <dgm:prSet presAssocID="{DCA5F2D7-7346-4057-B87C-8C3DBEED92B3}" presName="bgRect" presStyleLbl="bgShp" presStyleIdx="0" presStyleCnt="3"/>
      <dgm:spPr/>
    </dgm:pt>
    <dgm:pt modelId="{E97A2DC4-5809-431E-A099-BF9BB4A31AE1}" type="pres">
      <dgm:prSet presAssocID="{DCA5F2D7-7346-4057-B87C-8C3DBEED92B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BACA406B-3ECD-48DA-9FF1-7932128C3B2C}" type="pres">
      <dgm:prSet presAssocID="{DCA5F2D7-7346-4057-B87C-8C3DBEED92B3}" presName="spaceRect" presStyleCnt="0"/>
      <dgm:spPr/>
    </dgm:pt>
    <dgm:pt modelId="{028327A9-3C67-450B-A375-F250C4C4BE5E}" type="pres">
      <dgm:prSet presAssocID="{DCA5F2D7-7346-4057-B87C-8C3DBEED92B3}" presName="parTx" presStyleLbl="revTx" presStyleIdx="0" presStyleCnt="3">
        <dgm:presLayoutVars>
          <dgm:chMax val="0"/>
          <dgm:chPref val="0"/>
        </dgm:presLayoutVars>
      </dgm:prSet>
      <dgm:spPr/>
    </dgm:pt>
    <dgm:pt modelId="{4C6DF9AA-778C-4C6B-9621-D1D97682DBA7}" type="pres">
      <dgm:prSet presAssocID="{4308A348-9C20-4DBB-A9E4-33CB0C234185}" presName="sibTrans" presStyleCnt="0"/>
      <dgm:spPr/>
    </dgm:pt>
    <dgm:pt modelId="{DF163037-DB9C-493A-B26C-500A194F3629}" type="pres">
      <dgm:prSet presAssocID="{D4DA19BE-F112-48CD-9488-D877E9AE8897}" presName="compNode" presStyleCnt="0"/>
      <dgm:spPr/>
    </dgm:pt>
    <dgm:pt modelId="{C96A8129-F8FE-4736-A044-0AA90AB518D9}" type="pres">
      <dgm:prSet presAssocID="{D4DA19BE-F112-48CD-9488-D877E9AE8897}" presName="bgRect" presStyleLbl="bgShp" presStyleIdx="1" presStyleCnt="3"/>
      <dgm:spPr/>
    </dgm:pt>
    <dgm:pt modelId="{EFADE3AA-D934-42B3-8D8E-AAB895FD6DD0}" type="pres">
      <dgm:prSet presAssocID="{D4DA19BE-F112-48CD-9488-D877E9AE88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ntosaurus"/>
        </a:ext>
      </dgm:extLst>
    </dgm:pt>
    <dgm:pt modelId="{650FC503-B56E-452C-9BB9-396875CA3BEC}" type="pres">
      <dgm:prSet presAssocID="{D4DA19BE-F112-48CD-9488-D877E9AE8897}" presName="spaceRect" presStyleCnt="0"/>
      <dgm:spPr/>
    </dgm:pt>
    <dgm:pt modelId="{7A7058A0-E057-400E-B79B-149CF3E71CF8}" type="pres">
      <dgm:prSet presAssocID="{D4DA19BE-F112-48CD-9488-D877E9AE8897}" presName="parTx" presStyleLbl="revTx" presStyleIdx="1" presStyleCnt="3">
        <dgm:presLayoutVars>
          <dgm:chMax val="0"/>
          <dgm:chPref val="0"/>
        </dgm:presLayoutVars>
      </dgm:prSet>
      <dgm:spPr/>
    </dgm:pt>
    <dgm:pt modelId="{38FC5348-AA38-4231-875F-82AB52D445F0}" type="pres">
      <dgm:prSet presAssocID="{B71B495E-D69E-485A-A3E5-723828D06F17}" presName="sibTrans" presStyleCnt="0"/>
      <dgm:spPr/>
    </dgm:pt>
    <dgm:pt modelId="{C34BF7A4-A8A5-4A2A-B871-7FBBE3F30797}" type="pres">
      <dgm:prSet presAssocID="{1900AA09-C15B-4B2D-A5E7-3958E5623BAA}" presName="compNode" presStyleCnt="0"/>
      <dgm:spPr/>
    </dgm:pt>
    <dgm:pt modelId="{658A8169-ED6C-4C9D-A4C9-730E35D90A71}" type="pres">
      <dgm:prSet presAssocID="{1900AA09-C15B-4B2D-A5E7-3958E5623BAA}" presName="bgRect" presStyleLbl="bgShp" presStyleIdx="2" presStyleCnt="3"/>
      <dgm:spPr/>
    </dgm:pt>
    <dgm:pt modelId="{C2A3BBFE-A746-4208-A06B-D85B023EDAB3}" type="pres">
      <dgm:prSet presAssocID="{1900AA09-C15B-4B2D-A5E7-3958E5623B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0BE97C1C-B393-4435-BD0A-28AAC9484667}" type="pres">
      <dgm:prSet presAssocID="{1900AA09-C15B-4B2D-A5E7-3958E5623BAA}" presName="spaceRect" presStyleCnt="0"/>
      <dgm:spPr/>
    </dgm:pt>
    <dgm:pt modelId="{04969BC0-F41E-4A65-8BDD-E578431493F7}" type="pres">
      <dgm:prSet presAssocID="{1900AA09-C15B-4B2D-A5E7-3958E5623BA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3CA9442-5856-4C6C-AD1C-DF785D05BBCE}" srcId="{DD324BC7-B200-4B38-AC91-8D4F5BB35366}" destId="{D4DA19BE-F112-48CD-9488-D877E9AE8897}" srcOrd="1" destOrd="0" parTransId="{F15B979D-0DCD-41BD-8FF6-2ADC7C39B963}" sibTransId="{B71B495E-D69E-485A-A3E5-723828D06F17}"/>
    <dgm:cxn modelId="{A05A0D73-7CF6-4DB6-BE98-FA31E07722FA}" type="presOf" srcId="{1900AA09-C15B-4B2D-A5E7-3958E5623BAA}" destId="{04969BC0-F41E-4A65-8BDD-E578431493F7}" srcOrd="0" destOrd="0" presId="urn:microsoft.com/office/officeart/2018/2/layout/IconVerticalSolidList"/>
    <dgm:cxn modelId="{FA07F285-B71B-487D-9066-659C5CCC89BC}" type="presOf" srcId="{D4DA19BE-F112-48CD-9488-D877E9AE8897}" destId="{7A7058A0-E057-400E-B79B-149CF3E71CF8}" srcOrd="0" destOrd="0" presId="urn:microsoft.com/office/officeart/2018/2/layout/IconVerticalSolidList"/>
    <dgm:cxn modelId="{C84BE5B8-62B2-4AED-903C-00CE68D77566}" srcId="{DD324BC7-B200-4B38-AC91-8D4F5BB35366}" destId="{1900AA09-C15B-4B2D-A5E7-3958E5623BAA}" srcOrd="2" destOrd="0" parTransId="{0434E5A3-E3B9-43A8-B6E6-595CF12549EF}" sibTransId="{FD2707EA-6B9C-4083-B1CC-67CCF9F2D824}"/>
    <dgm:cxn modelId="{04EF1DCE-0C2D-4C99-A1E1-C9F3340ED19F}" srcId="{DD324BC7-B200-4B38-AC91-8D4F5BB35366}" destId="{DCA5F2D7-7346-4057-B87C-8C3DBEED92B3}" srcOrd="0" destOrd="0" parTransId="{16E7D356-70CE-4BF8-9E7D-572E02EEC1F7}" sibTransId="{4308A348-9C20-4DBB-A9E4-33CB0C234185}"/>
    <dgm:cxn modelId="{D163D8EB-2B4D-4131-8072-9224235397C6}" type="presOf" srcId="{DD324BC7-B200-4B38-AC91-8D4F5BB35366}" destId="{DEC6B66B-F309-4E5F-9A24-B60A3160596A}" srcOrd="0" destOrd="0" presId="urn:microsoft.com/office/officeart/2018/2/layout/IconVerticalSolidList"/>
    <dgm:cxn modelId="{C3A4CAFE-3C99-4EB1-919E-197A1CF4A621}" type="presOf" srcId="{DCA5F2D7-7346-4057-B87C-8C3DBEED92B3}" destId="{028327A9-3C67-450B-A375-F250C4C4BE5E}" srcOrd="0" destOrd="0" presId="urn:microsoft.com/office/officeart/2018/2/layout/IconVerticalSolidList"/>
    <dgm:cxn modelId="{524C9961-A28E-4D35-A4C1-1B7499D31204}" type="presParOf" srcId="{DEC6B66B-F309-4E5F-9A24-B60A3160596A}" destId="{27340545-0251-4486-A776-13E080566970}" srcOrd="0" destOrd="0" presId="urn:microsoft.com/office/officeart/2018/2/layout/IconVerticalSolidList"/>
    <dgm:cxn modelId="{54FC7B40-CD40-4B02-95FF-D1857876C6D2}" type="presParOf" srcId="{27340545-0251-4486-A776-13E080566970}" destId="{527FFE4B-EF9A-42B7-832F-C8B1E8B55D37}" srcOrd="0" destOrd="0" presId="urn:microsoft.com/office/officeart/2018/2/layout/IconVerticalSolidList"/>
    <dgm:cxn modelId="{ACC29FF2-2D2E-4A58-A0FD-525DF71F6873}" type="presParOf" srcId="{27340545-0251-4486-A776-13E080566970}" destId="{E97A2DC4-5809-431E-A099-BF9BB4A31AE1}" srcOrd="1" destOrd="0" presId="urn:microsoft.com/office/officeart/2018/2/layout/IconVerticalSolidList"/>
    <dgm:cxn modelId="{897F5B98-CB10-42DA-B555-324D0B401A36}" type="presParOf" srcId="{27340545-0251-4486-A776-13E080566970}" destId="{BACA406B-3ECD-48DA-9FF1-7932128C3B2C}" srcOrd="2" destOrd="0" presId="urn:microsoft.com/office/officeart/2018/2/layout/IconVerticalSolidList"/>
    <dgm:cxn modelId="{D43CB378-71FB-43DA-B687-1B5617DAAEE9}" type="presParOf" srcId="{27340545-0251-4486-A776-13E080566970}" destId="{028327A9-3C67-450B-A375-F250C4C4BE5E}" srcOrd="3" destOrd="0" presId="urn:microsoft.com/office/officeart/2018/2/layout/IconVerticalSolidList"/>
    <dgm:cxn modelId="{76BA1809-A867-4399-8363-41D6C2C8B1FA}" type="presParOf" srcId="{DEC6B66B-F309-4E5F-9A24-B60A3160596A}" destId="{4C6DF9AA-778C-4C6B-9621-D1D97682DBA7}" srcOrd="1" destOrd="0" presId="urn:microsoft.com/office/officeart/2018/2/layout/IconVerticalSolidList"/>
    <dgm:cxn modelId="{A9EEF095-BAAB-490F-854C-E28A0232E481}" type="presParOf" srcId="{DEC6B66B-F309-4E5F-9A24-B60A3160596A}" destId="{DF163037-DB9C-493A-B26C-500A194F3629}" srcOrd="2" destOrd="0" presId="urn:microsoft.com/office/officeart/2018/2/layout/IconVerticalSolidList"/>
    <dgm:cxn modelId="{13F640D1-4D94-412B-BA85-AC16E1C12B3C}" type="presParOf" srcId="{DF163037-DB9C-493A-B26C-500A194F3629}" destId="{C96A8129-F8FE-4736-A044-0AA90AB518D9}" srcOrd="0" destOrd="0" presId="urn:microsoft.com/office/officeart/2018/2/layout/IconVerticalSolidList"/>
    <dgm:cxn modelId="{66B40C17-7068-4392-A4D3-BF2D9262DFD6}" type="presParOf" srcId="{DF163037-DB9C-493A-B26C-500A194F3629}" destId="{EFADE3AA-D934-42B3-8D8E-AAB895FD6DD0}" srcOrd="1" destOrd="0" presId="urn:microsoft.com/office/officeart/2018/2/layout/IconVerticalSolidList"/>
    <dgm:cxn modelId="{3722FA03-37F8-49DA-AE47-9767D3930E58}" type="presParOf" srcId="{DF163037-DB9C-493A-B26C-500A194F3629}" destId="{650FC503-B56E-452C-9BB9-396875CA3BEC}" srcOrd="2" destOrd="0" presId="urn:microsoft.com/office/officeart/2018/2/layout/IconVerticalSolidList"/>
    <dgm:cxn modelId="{114DABC5-983A-4D38-A8D3-06EEB1F53E7D}" type="presParOf" srcId="{DF163037-DB9C-493A-B26C-500A194F3629}" destId="{7A7058A0-E057-400E-B79B-149CF3E71CF8}" srcOrd="3" destOrd="0" presId="urn:microsoft.com/office/officeart/2018/2/layout/IconVerticalSolidList"/>
    <dgm:cxn modelId="{9FA7A09D-1466-42C8-9BD5-7C9491E316DE}" type="presParOf" srcId="{DEC6B66B-F309-4E5F-9A24-B60A3160596A}" destId="{38FC5348-AA38-4231-875F-82AB52D445F0}" srcOrd="3" destOrd="0" presId="urn:microsoft.com/office/officeart/2018/2/layout/IconVerticalSolidList"/>
    <dgm:cxn modelId="{AEE43947-05EC-486A-911C-EE5CBBDADED9}" type="presParOf" srcId="{DEC6B66B-F309-4E5F-9A24-B60A3160596A}" destId="{C34BF7A4-A8A5-4A2A-B871-7FBBE3F30797}" srcOrd="4" destOrd="0" presId="urn:microsoft.com/office/officeart/2018/2/layout/IconVerticalSolidList"/>
    <dgm:cxn modelId="{23954C07-7E4E-4EA0-BD09-AF9422676EA8}" type="presParOf" srcId="{C34BF7A4-A8A5-4A2A-B871-7FBBE3F30797}" destId="{658A8169-ED6C-4C9D-A4C9-730E35D90A71}" srcOrd="0" destOrd="0" presId="urn:microsoft.com/office/officeart/2018/2/layout/IconVerticalSolidList"/>
    <dgm:cxn modelId="{874655D8-B571-46BA-901C-8455E36BD3B9}" type="presParOf" srcId="{C34BF7A4-A8A5-4A2A-B871-7FBBE3F30797}" destId="{C2A3BBFE-A746-4208-A06B-D85B023EDAB3}" srcOrd="1" destOrd="0" presId="urn:microsoft.com/office/officeart/2018/2/layout/IconVerticalSolidList"/>
    <dgm:cxn modelId="{7CE8B9E8-E312-48DE-9BC7-1BB29FC0D8F1}" type="presParOf" srcId="{C34BF7A4-A8A5-4A2A-B871-7FBBE3F30797}" destId="{0BE97C1C-B393-4435-BD0A-28AAC9484667}" srcOrd="2" destOrd="0" presId="urn:microsoft.com/office/officeart/2018/2/layout/IconVerticalSolidList"/>
    <dgm:cxn modelId="{452D1EE0-9437-4DA8-9378-BCC6DAF6583B}" type="presParOf" srcId="{C34BF7A4-A8A5-4A2A-B871-7FBBE3F30797}" destId="{04969BC0-F41E-4A65-8BDD-E578431493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782D2-2082-49E0-AB9E-90330A9382CF}">
      <dsp:nvSpPr>
        <dsp:cNvPr id="0" name=""/>
        <dsp:cNvSpPr/>
      </dsp:nvSpPr>
      <dsp:spPr>
        <a:xfrm>
          <a:off x="694662" y="203471"/>
          <a:ext cx="673154" cy="673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C52A5-08FA-44B0-8754-B8CD4078E11F}">
      <dsp:nvSpPr>
        <dsp:cNvPr id="0" name=""/>
        <dsp:cNvSpPr/>
      </dsp:nvSpPr>
      <dsp:spPr>
        <a:xfrm>
          <a:off x="283290" y="1147431"/>
          <a:ext cx="1495898" cy="860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Goal: test whether the selected open-vocabulary model (Grounding DINO) is still justified once strong closed-vocabulary baselines are included.</a:t>
          </a:r>
        </a:p>
      </dsp:txBody>
      <dsp:txXfrm>
        <a:off x="283290" y="1147431"/>
        <a:ext cx="1495898" cy="860141"/>
      </dsp:txXfrm>
    </dsp:sp>
    <dsp:sp modelId="{8F6B3BDB-ACD5-4AEB-B464-0ED57203390F}">
      <dsp:nvSpPr>
        <dsp:cNvPr id="0" name=""/>
        <dsp:cNvSpPr/>
      </dsp:nvSpPr>
      <dsp:spPr>
        <a:xfrm>
          <a:off x="2452342" y="203471"/>
          <a:ext cx="673154" cy="673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C1559-CA49-4AFB-9AB2-473D0AC72B12}">
      <dsp:nvSpPr>
        <dsp:cNvPr id="0" name=""/>
        <dsp:cNvSpPr/>
      </dsp:nvSpPr>
      <dsp:spPr>
        <a:xfrm>
          <a:off x="2040970" y="1147431"/>
          <a:ext cx="1495898" cy="860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Data: 56 images with occlusion, lighting change, viewpoint change, and new object categories.</a:t>
          </a:r>
        </a:p>
      </dsp:txBody>
      <dsp:txXfrm>
        <a:off x="2040970" y="1147431"/>
        <a:ext cx="1495898" cy="860141"/>
      </dsp:txXfrm>
    </dsp:sp>
    <dsp:sp modelId="{DCBA4AE1-EF86-4A6E-BE96-FF59D7A0F6D2}">
      <dsp:nvSpPr>
        <dsp:cNvPr id="0" name=""/>
        <dsp:cNvSpPr/>
      </dsp:nvSpPr>
      <dsp:spPr>
        <a:xfrm>
          <a:off x="4210023" y="203471"/>
          <a:ext cx="673154" cy="6731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5B1D3-C0B6-4F18-B496-8166A673E39B}">
      <dsp:nvSpPr>
        <dsp:cNvPr id="0" name=""/>
        <dsp:cNvSpPr/>
      </dsp:nvSpPr>
      <dsp:spPr>
        <a:xfrm>
          <a:off x="3798651" y="1147431"/>
          <a:ext cx="1495898" cy="860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Baselines: YOLO11n, RT-DETRv2-R18, Faster R-CNN ResNet50 FPN V2.</a:t>
          </a:r>
        </a:p>
      </dsp:txBody>
      <dsp:txXfrm>
        <a:off x="3798651" y="1147431"/>
        <a:ext cx="1495898" cy="860141"/>
      </dsp:txXfrm>
    </dsp:sp>
    <dsp:sp modelId="{0622E289-67F1-4FCD-991E-C6B8D6C94F34}">
      <dsp:nvSpPr>
        <dsp:cNvPr id="0" name=""/>
        <dsp:cNvSpPr/>
      </dsp:nvSpPr>
      <dsp:spPr>
        <a:xfrm>
          <a:off x="2452342" y="2381547"/>
          <a:ext cx="673154" cy="6731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87D40-1590-4CE4-8C38-C37CE24668BF}">
      <dsp:nvSpPr>
        <dsp:cNvPr id="0" name=""/>
        <dsp:cNvSpPr/>
      </dsp:nvSpPr>
      <dsp:spPr>
        <a:xfrm>
          <a:off x="2040970" y="3325506"/>
          <a:ext cx="1495898" cy="860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Evaluation split: shared classes (`apple`, `cup`) for fairness, novel classes (`pear`, `bucket`, `egg`) for deployment relevance.</a:t>
          </a:r>
        </a:p>
      </dsp:txBody>
      <dsp:txXfrm>
        <a:off x="2040970" y="3325506"/>
        <a:ext cx="1495898" cy="8601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FFE4B-EF9A-42B7-832F-C8B1E8B55D37}">
      <dsp:nvSpPr>
        <dsp:cNvPr id="0" name=""/>
        <dsp:cNvSpPr/>
      </dsp:nvSpPr>
      <dsp:spPr>
        <a:xfrm>
          <a:off x="0" y="479"/>
          <a:ext cx="5669280" cy="11231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A2DC4-5809-431E-A099-BF9BB4A31AE1}">
      <dsp:nvSpPr>
        <dsp:cNvPr id="0" name=""/>
        <dsp:cNvSpPr/>
      </dsp:nvSpPr>
      <dsp:spPr>
        <a:xfrm>
          <a:off x="339747" y="253184"/>
          <a:ext cx="617722" cy="6177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327A9-3C67-450B-A375-F250C4C4BE5E}">
      <dsp:nvSpPr>
        <dsp:cNvPr id="0" name=""/>
        <dsp:cNvSpPr/>
      </dsp:nvSpPr>
      <dsp:spPr>
        <a:xfrm>
          <a:off x="1297216" y="479"/>
          <a:ext cx="4372063" cy="1123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65" tIns="118865" rIns="118865" bIns="11886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If the product requirement is a fixed taxonomy, a closed-vocabulary detector is a valid alternative and YOLO11n is especially attractive for speed.</a:t>
          </a:r>
        </a:p>
      </dsp:txBody>
      <dsp:txXfrm>
        <a:off x="1297216" y="479"/>
        <a:ext cx="4372063" cy="1123131"/>
      </dsp:txXfrm>
    </dsp:sp>
    <dsp:sp modelId="{C96A8129-F8FE-4736-A044-0AA90AB518D9}">
      <dsp:nvSpPr>
        <dsp:cNvPr id="0" name=""/>
        <dsp:cNvSpPr/>
      </dsp:nvSpPr>
      <dsp:spPr>
        <a:xfrm>
          <a:off x="0" y="1404394"/>
          <a:ext cx="5669280" cy="11231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DE3AA-D934-42B3-8D8E-AAB895FD6DD0}">
      <dsp:nvSpPr>
        <dsp:cNvPr id="0" name=""/>
        <dsp:cNvSpPr/>
      </dsp:nvSpPr>
      <dsp:spPr>
        <a:xfrm>
          <a:off x="339747" y="1657098"/>
          <a:ext cx="617722" cy="6177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058A0-E057-400E-B79B-149CF3E71CF8}">
      <dsp:nvSpPr>
        <dsp:cNvPr id="0" name=""/>
        <dsp:cNvSpPr/>
      </dsp:nvSpPr>
      <dsp:spPr>
        <a:xfrm>
          <a:off x="1297216" y="1404394"/>
          <a:ext cx="4372063" cy="1123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65" tIns="118865" rIns="118865" bIns="11886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If the product requirement is to handle new requested objects without retraining, Grounding DINO remains the safer deployment choice.</a:t>
          </a:r>
        </a:p>
      </dsp:txBody>
      <dsp:txXfrm>
        <a:off x="1297216" y="1404394"/>
        <a:ext cx="4372063" cy="1123131"/>
      </dsp:txXfrm>
    </dsp:sp>
    <dsp:sp modelId="{658A8169-ED6C-4C9D-A4C9-730E35D90A71}">
      <dsp:nvSpPr>
        <dsp:cNvPr id="0" name=""/>
        <dsp:cNvSpPr/>
      </dsp:nvSpPr>
      <dsp:spPr>
        <a:xfrm>
          <a:off x="0" y="2808308"/>
          <a:ext cx="5669280" cy="11231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A3BBFE-A746-4208-A06B-D85B023EDAB3}">
      <dsp:nvSpPr>
        <dsp:cNvPr id="0" name=""/>
        <dsp:cNvSpPr/>
      </dsp:nvSpPr>
      <dsp:spPr>
        <a:xfrm>
          <a:off x="339747" y="3061013"/>
          <a:ext cx="617722" cy="6177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69BC0-F41E-4A65-8BDD-E578431493F7}">
      <dsp:nvSpPr>
        <dsp:cNvPr id="0" name=""/>
        <dsp:cNvSpPr/>
      </dsp:nvSpPr>
      <dsp:spPr>
        <a:xfrm>
          <a:off x="1297216" y="2808308"/>
          <a:ext cx="4372063" cy="1123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65" tIns="118865" rIns="118865" bIns="11886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Recommended wording: use closed-vocabulary detectors when the class list is stable, but keep Grounding DINO for this project because the class list already changed in the updated data.</a:t>
          </a:r>
        </a:p>
      </dsp:txBody>
      <dsp:txXfrm>
        <a:off x="1297216" y="2808308"/>
        <a:ext cx="4372063" cy="1123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85B68-F922-3802-B972-5065108F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 of Phase 1 – Object detection</a:t>
            </a: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0B618-2B98-EDA3-6F85-671F41D94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Reflect group</a:t>
            </a:r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056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Open-vocab vs closed-vocab detector justification</a:t>
            </a:r>
          </a:p>
        </p:txBody>
      </p:sp>
      <p:pic>
        <p:nvPicPr>
          <p:cNvPr id="5" name="Picture 4" descr="data_contact_sheet_numbe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187" y="473202"/>
            <a:ext cx="2388181" cy="6246372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D355F9E6-1DED-3256-27C3-1D0FEC6B33BA}"/>
              </a:ext>
            </a:extLst>
          </p:cNvPr>
          <p:cNvGraphicFramePr/>
          <p:nvPr/>
        </p:nvGraphicFramePr>
        <p:xfrm>
          <a:off x="640080" y="1371600"/>
          <a:ext cx="557784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Shared-class benchmark vs novel-class stress test</a:t>
            </a:r>
          </a:p>
        </p:txBody>
      </p:sp>
      <p:pic>
        <p:nvPicPr>
          <p:cNvPr id="4" name="Picture 3" descr="share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577840" cy="2028305"/>
          </a:xfrm>
          <a:prstGeom prst="rect">
            <a:avLst/>
          </a:prstGeom>
        </p:spPr>
      </p:pic>
      <p:pic>
        <p:nvPicPr>
          <p:cNvPr id="5" name="Picture 4" descr="novel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1995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10972800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dirty="0"/>
              <a:t>Shared classes: closed-vocabulary models are competitive and can outperform Grounding DINO when the label set is fixed.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Novel classes: the closed-vocabulary baselines have zero exact label support for `pear`, `bucket`, and `egg`.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Interpretation: the closed-vocabulary models are not universally worse</a:t>
            </a:r>
            <a:r>
              <a:rPr lang="en-GB" dirty="0"/>
              <a:t>,</a:t>
            </a:r>
            <a:r>
              <a:rPr dirty="0"/>
              <a:t> they are narrower.</a:t>
            </a:r>
            <a:r>
              <a:rPr lang="en-GB" dirty="0"/>
              <a:t> This results in a inconsistent performance across different environments.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Outcome and recommendation</a:t>
            </a:r>
          </a:p>
        </p:txBody>
      </p:sp>
      <p:pic>
        <p:nvPicPr>
          <p:cNvPr id="4" name="Picture 3" descr="clas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39" y="1371598"/>
            <a:ext cx="5517859" cy="2057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40678"/>
            <a:ext cx="766754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dirty="0"/>
              <a:t>Bottom line: </a:t>
            </a:r>
            <a:endParaRPr lang="en-GB" sz="1800" dirty="0"/>
          </a:p>
          <a:p>
            <a:pPr algn="l"/>
            <a:r>
              <a:rPr sz="1800" dirty="0"/>
              <a:t>the benchmark does not say closed-vocabulary models are bad;</a:t>
            </a:r>
            <a:endParaRPr lang="en-GB" sz="1800" dirty="0"/>
          </a:p>
          <a:p>
            <a:pPr algn="l"/>
            <a:r>
              <a:rPr sz="1800" dirty="0"/>
              <a:t>it shows they are the wrong fit when the task vocabulary is allowed to evolve.</a:t>
            </a:r>
          </a:p>
        </p:txBody>
      </p:sp>
      <p:graphicFrame>
        <p:nvGraphicFramePr>
          <p:cNvPr id="9" name="TextBox 2">
            <a:extLst>
              <a:ext uri="{FF2B5EF4-FFF2-40B4-BE49-F238E27FC236}">
                <a16:creationId xmlns:a16="http://schemas.microsoft.com/office/drawing/2014/main" id="{34C49746-CFEF-0942-6397-AFBC11853C05}"/>
              </a:ext>
            </a:extLst>
          </p:cNvPr>
          <p:cNvGraphicFramePr/>
          <p:nvPr/>
        </p:nvGraphicFramePr>
        <p:xfrm>
          <a:off x="640080" y="1280160"/>
          <a:ext cx="566928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275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Conclusion of Phase 1 – Object detection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Georgi Tomov</cp:lastModifiedBy>
  <cp:revision>1</cp:revision>
  <dcterms:created xsi:type="dcterms:W3CDTF">2013-01-27T09:14:16Z</dcterms:created>
  <dcterms:modified xsi:type="dcterms:W3CDTF">2026-04-20T10:46:49Z</dcterms:modified>
  <cp:category/>
</cp:coreProperties>
</file>